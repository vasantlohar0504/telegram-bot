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Detection with ABAC-Based Security</a:t>
            </a:r>
          </a:p>
          <a:p>
            <a:r>
              <a:t>Machine Learning + Secure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Web-based app to detect phishing emails</a:t>
            </a:r>
          </a:p>
          <a:p>
            <a:r>
              <a:t>- Trained ML model (PHINet)</a:t>
            </a:r>
          </a:p>
          <a:p>
            <a:r>
              <a:t>- ABAC security model</a:t>
            </a:r>
          </a:p>
          <a:p>
            <a:r>
              <a:t>- Admin-only retraining/log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🔐 User Signup/Login</a:t>
            </a:r>
          </a:p>
          <a:p>
            <a:r>
              <a:t>- 📬 Email Analyzer with ML detection</a:t>
            </a:r>
          </a:p>
          <a:p>
            <a:r>
              <a:t>- 📊 Admin-only Access Logs</a:t>
            </a:r>
          </a:p>
          <a:p>
            <a:r>
              <a:t>- 📁 Secure CSV Export</a:t>
            </a:r>
          </a:p>
          <a:p>
            <a:r>
              <a:t>- 🧠 ABAC enforcement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HTML + CSS (Professional UI)</a:t>
            </a:r>
          </a:p>
          <a:p>
            <a:r>
              <a:t>- Backend: Flask (Python)</a:t>
            </a:r>
          </a:p>
          <a:p>
            <a:r>
              <a:t>- ML: Scikit-learn (TF-IDF + MLPClassifier)</a:t>
            </a:r>
          </a:p>
          <a:p>
            <a:r>
              <a:t>- DB: SQLite3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ABAC Policy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Action          | Access Rule              |</a:t>
            </a:r>
          </a:p>
          <a:p>
            <a:r>
              <a:t>|------------------|-------------------------|</a:t>
            </a:r>
          </a:p>
          <a:p>
            <a:r>
              <a:t>| Submit Email     | verified == True        |</a:t>
            </a:r>
          </a:p>
          <a:p>
            <a:r>
              <a:t>| View Results     | department == Security  |</a:t>
            </a:r>
          </a:p>
          <a:p>
            <a:r>
              <a:t>| Retrain Model    | role == admin           |</a:t>
            </a:r>
          </a:p>
          <a:p>
            <a:r>
              <a:t>| Download CSV     | clearance == high       |</a:t>
            </a:r>
          </a:p>
          <a:p>
            <a:r>
              <a:t>| View Logs        | role == admin          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Signup/Login as different roles</a:t>
            </a:r>
          </a:p>
          <a:p>
            <a:r>
              <a:t>2. Submit email → see result</a:t>
            </a:r>
          </a:p>
          <a:p>
            <a:r>
              <a:t>3. Try restricted actions (non-admin)</a:t>
            </a:r>
          </a:p>
          <a:p>
            <a:r>
              <a:t>4. Login as admin → retrain, download, view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Homepage form</a:t>
            </a:r>
          </a:p>
          <a:p>
            <a:r>
              <a:t>- Phishing detection result</a:t>
            </a:r>
          </a:p>
          <a:p>
            <a:r>
              <a:t>- Access denied message</a:t>
            </a:r>
          </a:p>
          <a:p>
            <a:r>
              <a:t>- Logs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Flask: Routing/sessions</a:t>
            </a:r>
          </a:p>
          <a:p>
            <a:r>
              <a:t>- Werkzeug: Password security</a:t>
            </a:r>
          </a:p>
          <a:p>
            <a:r>
              <a:t>- Scikit-learn: TF-IDF + MLPClassifier</a:t>
            </a:r>
          </a:p>
          <a:p>
            <a:r>
              <a:t>- SQLite3: Embedded 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Secure &amp; modular phishing detection</a:t>
            </a:r>
          </a:p>
          <a:p>
            <a:r>
              <a:t>- Real ABAC policy integration</a:t>
            </a:r>
          </a:p>
          <a:p>
            <a:r>
              <a:t>- Ready for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Developer: </a:t>
            </a:r>
            <a:r>
              <a:rPr lang="en-US" dirty="0"/>
              <a:t>Vasant Lohar</a:t>
            </a:r>
            <a:endParaRPr dirty="0"/>
          </a:p>
          <a:p>
            <a:r>
              <a:rPr dirty="0"/>
              <a:t>- GitHub: github.com/</a:t>
            </a:r>
            <a:r>
              <a:rPr dirty="0" err="1"/>
              <a:t>yourusername</a:t>
            </a:r>
            <a:endParaRPr dirty="0"/>
          </a:p>
          <a:p>
            <a:r>
              <a:rPr dirty="0"/>
              <a:t>- Email: your.email@example.com</a:t>
            </a:r>
          </a:p>
          <a:p>
            <a:endParaRPr dirty="0"/>
          </a:p>
          <a:p>
            <a:r>
              <a:rPr dirty="0"/>
              <a:t>Thank you!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274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Project Title</vt:lpstr>
      <vt:lpstr>Project Overview</vt:lpstr>
      <vt:lpstr>Key Features</vt:lpstr>
      <vt:lpstr>Architecture</vt:lpstr>
      <vt:lpstr>ABAC Policy Summary</vt:lpstr>
      <vt:lpstr>Demo Walkthrough</vt:lpstr>
      <vt:lpstr>Sample Screenshots</vt:lpstr>
      <vt:lpstr>Technology Stack</vt:lpstr>
      <vt:lpstr>Summary &amp; Outcome</vt:lpstr>
      <vt:lpstr>Contact &amp;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Vasant Lohar</cp:lastModifiedBy>
  <cp:revision>2</cp:revision>
  <dcterms:created xsi:type="dcterms:W3CDTF">2013-01-27T09:14:16Z</dcterms:created>
  <dcterms:modified xsi:type="dcterms:W3CDTF">2025-04-11T16:50:23Z</dcterms:modified>
  <cp:category/>
</cp:coreProperties>
</file>